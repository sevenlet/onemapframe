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94560"/>
            <a:ext cx="73152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一张图框架 3.0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多厂商协作开发方案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基于微前端架构的多团队并行开发与独立部署方案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版本 v1.0  |  2026 年 6 月  |  内部资料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背景与挑战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一张图平台需要集成多个业务厂商的功能模块（环境监测、污染溯源、应急指挥、视频监控等），这些模块由不同厂商独立开发、独立部署，最终统一加载到平台中运行。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74520" cy="25603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256032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402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技术栈不统一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各厂商框架版本、组件库、构建工具各不相同，直接集成困难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2011680"/>
            <a:ext cx="1874520" cy="25603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2011680"/>
            <a:ext cx="54864" cy="256032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22402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耦合度高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31546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包或源码合并导致构建依赖交叉、版本冲突、发布互相阻塞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1874520" cy="25603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11680"/>
            <a:ext cx="54864" cy="2560320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22402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升级困难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平台基础能力升级时，所有厂商需同步改代码、重新联调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011680"/>
            <a:ext cx="1874520" cy="25603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2011680"/>
            <a:ext cx="54864" cy="25603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22402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2743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安全边界模糊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31546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厂商代码共享上下文，CSS 污染、JS 冲突、DOM 越界频发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建设目标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0759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开发解耦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536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各厂商独立开发、独立构建、独立部署，互不依赖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574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技术栈无关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2286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厂商可使用任意前端技术栈（Vue/React/Angular/原生JS）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80720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9888" y="2734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运行隔离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0358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厂商模块间样式、脚本、DOM 完全隔离，互不干扰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438144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55701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3483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集成简单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37856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只需在平台配置微应用地址即可上线，平台侧零代码改动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87952"/>
            <a:ext cx="786384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30682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4233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体验一致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4535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全局数据、地图能力、弹窗等平台能力对厂商透明可用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方案选型对比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554480"/>
                <a:gridCol w="15544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iframe 原生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包集成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Fed.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开发解耦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技术栈无关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运行隔离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通信能力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集成成本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弹窗穿透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地图共享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样式隔离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结论：采用 micro-app 微前端方案，兼顾隔离性与通信能力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整体架构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一张图平台（生产基座）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全局变量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554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全局函数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地图引擎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554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弹窗服务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7863840" cy="502920"/>
          </a:xfrm>
          <a:prstGeom prst="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331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通信层（三通道：定向数据 ｜ 消息/RPC ｜ 全局状态共享）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063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 A 微应用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沙箱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0632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97480" y="3063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 B 微应用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3429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沙箱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063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 C 微应用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429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沙箱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0632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12280" y="3063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 N 微应用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429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沙箱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7863840" cy="548640"/>
          </a:xfrm>
          <a:prstGeom prst="rect">
            <a:avLst>
              <a:gd name="adj" fmla="val 10000"/>
            </a:avLst>
          </a:prstGeom>
          <a:solidFill>
            <a:srgbClr val="E8EDF2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160520"/>
            <a:ext cx="182880" cy="182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平台方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361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提供基座 + 模板 + 文档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0" y="416052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49040" y="4361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开发业务代码，独立部署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16052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运维方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361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配置微应用名称与地址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三通道通信模型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514600" cy="3566160"/>
          </a:xfrm>
          <a:prstGeom prst="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35661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定向数据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 → 微应用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下发用户信息、Token、主题等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setData()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188720"/>
            <a:ext cx="2514600" cy="3566160"/>
          </a:xfrm>
          <a:prstGeom prst="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188720"/>
            <a:ext cx="54864" cy="356616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1417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消息与 RPC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 ↔ 基座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通知消息 / 远程调用方法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27432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registerMethod()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callHost()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514600" cy="3566160"/>
          </a:xfrm>
          <a:prstGeom prst="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88720"/>
            <a:ext cx="54864" cy="3566160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417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94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全局状态共享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16642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双向读写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057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区域信息、主题、配置等共享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27432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788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setGlobalData()</a:t>
            </a:r>
            <a:pPr indent="0" marL="0">
              <a:lnSpc>
                <a:spcPct val="15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微应用侧：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useGlobalData()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874520" cy="338328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3383280"/>
          </a:xfrm>
          <a:prstGeom prst="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获取模板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平台方提供标准工程模板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 + 微应用 + Bridge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全局变量 + 示例 + 文档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065A82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49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0" y="1188720"/>
            <a:ext cx="1874520" cy="338328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0" y="1188720"/>
            <a:ext cx="54864" cy="338328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97180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1188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本地开发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一键启动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基座模拟生产环境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API 自动降级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71800" y="3749040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1C7293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71800" y="3749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1874520" cy="338328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188720"/>
            <a:ext cx="54864" cy="338328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1417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1500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构建部署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 构建产物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部署到厂商自有服务器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CORS / HTTPS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749040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00A89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749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49440" y="1188720"/>
            <a:ext cx="1874520" cy="338328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1188720"/>
            <a:ext cx="54864" cy="3383280"/>
          </a:xfrm>
          <a:prstGeom prst="rect">
            <a:avLst>
              <a:gd name="adj" fmla="val 50000"/>
            </a:avLst>
          </a:prstGeom>
          <a:solidFill>
            <a:srgbClr val="0ABAB5"/>
          </a:solidFill>
          <a:ln/>
        </p:spPr>
      </p:sp>
      <p:sp>
        <p:nvSpPr>
          <p:cNvPr id="33" name="Shape 31"/>
          <p:cNvSpPr/>
          <p:nvPr/>
        </p:nvSpPr>
        <p:spPr>
          <a:xfrm>
            <a:off x="7178040" y="1417320"/>
            <a:ext cx="502920" cy="502920"/>
          </a:xfrm>
          <a:prstGeom prst="ellipse">
            <a:avLst/>
          </a:prstGeom>
          <a:solidFill>
            <a:srgbClr val="0ABAB5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1812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平台配置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21031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后台配置微应用名称+地址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支持同源或跨域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配置即上线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78040" y="3749040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0ABAB5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178040" y="3749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全局数据共享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45920"/>
          <a:ext cx="3474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行政区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regionaQuery.regionCode / regionName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服务地址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serviceBaseUrl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socketIp / socketPath / webSocketUrl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activeTheme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会话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socketRoom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应用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读取：useGlobalData() / useGlobalDataKey(path)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修改：setGlobalData({ ... })  合并式更新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远程方法调用（RPC）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45920"/>
          <a:ext cx="3383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showDialog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弹出基座弹窗（穿透 iframe）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showToast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弹出基座提示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navigate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请求基座导航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getToken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获取当前 Token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tmapCall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调用地图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89204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调用：await callHost(method, ...params)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返回 Promise，支持 async/await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地图代理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微应用通过 ES Proxy 代理，像直接操作一样调用基座地图 API：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TMap.goTo({ center: {x:114, y:26} })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TMap.setZoom(12)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TMap.addMarker({...})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layer = createLayer('point')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layer.show()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layer.setData([...])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弹窗穿透 iframe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微应用运行在 iframe 沙箱中，常规弹窗被框住。通过 RPC 弹窗机制，实现弹窗覆盖整个浏览器：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3774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13248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微应用发起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callHost('showDialog', config)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8803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13248" y="2862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基座渲染弹窗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ElDialog append-to-body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33832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13248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用户交互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13248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组件内操作，emit 结果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88620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返回结果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 resolve 回传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安全保障体系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34747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3474720"/>
          </a:xfrm>
          <a:prstGeom prst="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173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运行时隔离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沙箱 — iframe 上下文完全隔离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70048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隔离 — 样式天然隔离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23697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36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隔离 — 独立 document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80390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03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路由隔离 — 各自 hash 路由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1188720"/>
            <a:ext cx="2560320" cy="34747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188720"/>
            <a:ext cx="54864" cy="347472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0" y="141732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062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通信安全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11880" y="21031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方法白名单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2670048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弹窗组件注册表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11880" y="323697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236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数据序列化校验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380390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803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10s 超时防护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188720"/>
            <a:ext cx="2560320" cy="34747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188720"/>
            <a:ext cx="54864" cy="347472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14173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951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部署安全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0" y="21031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跨域控制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670048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26700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强制加密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236976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236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资源完整性校验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803904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3803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 内容安全策略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厂商开发规范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开发红线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不修改 bridge.js — 通信层由平台统一维护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不修改 main.js — 入口文件由平台统一维护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9718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不操作基座 DOM — 微应用不操作 iframe 外元素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61188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不依赖基座内部实现 — 仅通过 Bridge API 交互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最佳实践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169164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使用 Bridge API 通信 — 数据读写/方法调用走 Bridge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233172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使用相对路径构建 — base: './' 确保资源可加载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97180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资源可序列化 — 跨 iframe 传递数据可 JSON 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3611880"/>
            <a:ext cx="338328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独立运行兼容 — Bridge API 自动降级不报错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集成与上线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上线检查清单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构建产物可独立访问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CORS 跨域已配置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Bridge API 独立运行不报错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使用相对路径（base: './'）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300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无硬编码 localhost 地址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弹窗使用 callHost('showDialog')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105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 地图通过 TMap 代理调用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3840480" cy="3566160"/>
          </a:xfrm>
          <a:prstGeom prst="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54864" cy="3566160"/>
          </a:xfrm>
          <a:prstGeom prst="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平台配置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92040" y="1691640"/>
            <a:ext cx="3383280" cy="146304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737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"vendor-a-monitor"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"url"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"https://vendor-a.com/"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"iframe"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name 在平台内全局唯一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url 可由用户浏览器直接访问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跨域需配置 CORS 响应头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方案优势总结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4572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645920"/>
          </a:xfrm>
          <a:prstGeom prst="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28016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零耦合开发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厂商之间、厂商与平台之间开发互不依赖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097280"/>
            <a:ext cx="54864" cy="1645920"/>
          </a:xfrm>
          <a:prstGeom prst="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0" y="12801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技术栈开放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厂商可自由选择前端框架，平台不设限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97280"/>
            <a:ext cx="54864" cy="1645920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280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即插即用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配置地址即可上线，平台侧零代码改动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97280"/>
            <a:ext cx="54864" cy="1645920"/>
          </a:xfrm>
          <a:prstGeom prst="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0" y="128016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沙箱隔离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模式天然隔离，无污染风险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017520"/>
            <a:ext cx="54864" cy="1645920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能力共享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657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地图、弹窗、全局数据对厂商透明可用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0" y="301752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0" y="3017520"/>
            <a:ext cx="54864" cy="1645920"/>
          </a:xfrm>
          <a:prstGeom prst="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32004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38328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独立调试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26080" y="3657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厂商可脱离基座独立开发调试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01752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017520"/>
            <a:ext cx="54864" cy="1645920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29200" y="3657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RPC 白名单 + 弹窗注册表 + 通信序列化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9440" y="3017520"/>
            <a:ext cx="187452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3017520"/>
            <a:ext cx="54864" cy="1645920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7132320" y="32004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58952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平滑升级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132320" y="365760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平台升级只需更新模板，厂商业务无需改动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B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一张图框架 3.0 · 多厂商协作开发方案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如有疑问，请联系平台技术团队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多厂商协作开发方案</dc:title>
  <dc:subject>PptxGenJS Presentation</dc:subject>
  <dc:creator>一张图框架3.0</dc:creator>
  <cp:lastModifiedBy>一张图框架3.0</cp:lastModifiedBy>
  <cp:revision>1</cp:revision>
  <dcterms:created xsi:type="dcterms:W3CDTF">2026-06-09T11:01:12Z</dcterms:created>
  <dcterms:modified xsi:type="dcterms:W3CDTF">2026-06-09T11:01:12Z</dcterms:modified>
</cp:coreProperties>
</file>